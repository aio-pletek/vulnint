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3B82F6">
              <a:alpha val="5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91440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6459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VulnInt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731520" y="2423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Intelligence &amp; Management Platform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31520" y="2926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Keamanan Server Anda, Terpantau 24/7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51923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4754880"/>
            <a:ext cx="7315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 ·  Production Ready  ·  Linux &amp; Windows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Apa Itu Vulnerability?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Celah keamanan di server &amp; software yang bisa dieksploitasi oleh pihak tidak bertanggung jawab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3931920" cy="1371600"/>
          </a:xfrm>
          <a:prstGeom prst="rect">
            <a:avLst/>
          </a:prstGeom>
          <a:solidFill>
            <a:srgbClr val="151923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463040"/>
            <a:ext cx="45720" cy="137160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916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6459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Tidak Aman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371600" y="201168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login terbuka, password-based auth, cipher lemah (3DES, CBC)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1463040"/>
            <a:ext cx="3931920" cy="1371600"/>
          </a:xfrm>
          <a:prstGeom prst="rect">
            <a:avLst/>
          </a:prstGeom>
          <a:solidFill>
            <a:srgbClr val="151923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463040"/>
            <a:ext cx="45720" cy="137160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69164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0" y="16459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Mati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486400" y="201168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ada firewall host-based, default policy ACCEPT, port terbuka ke publik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40080" y="3017520"/>
            <a:ext cx="3931920" cy="1371600"/>
          </a:xfrm>
          <a:prstGeom prst="rect">
            <a:avLst/>
          </a:prstGeom>
          <a:solidFill>
            <a:srgbClr val="151923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0080" y="3017520"/>
            <a:ext cx="45720" cy="137160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24612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71600" y="32004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Tidak Update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371600" y="356616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terakhir &gt; 90 hari, update security pending, kernel usang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754880" y="3017520"/>
            <a:ext cx="3931920" cy="1371600"/>
          </a:xfrm>
          <a:prstGeom prst="rect">
            <a:avLst/>
          </a:prstGeom>
          <a:solidFill>
            <a:srgbClr val="151923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754880" y="3017520"/>
            <a:ext cx="45720" cy="137160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24612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86400" y="32004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Rentan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5486400" y="356616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Telnet, FTP, SMBv1, Apache/PHP versi EOL, Node.js &lt; 18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640080" y="45720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Dampak:  Kebocoran data  ·  Server disusupi  ·  Ransomware  ·  Pelanggaran compliance  ·  Reputasi rusak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Kenapa Perlu Vulnerability Management?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7863840" cy="777240"/>
          </a:xfrm>
          <a:prstGeom prst="rect">
            <a:avLst/>
          </a:prstGeom>
          <a:solidFill>
            <a:srgbClr val="151923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325880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126187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Check = Tidak Scalable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417320" y="15544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admin tidak mungkin cek ribuan package di tiap server setiap hari. Butuh otomatisasi.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40080" y="2148840"/>
            <a:ext cx="7863840" cy="777240"/>
          </a:xfrm>
          <a:prstGeom prst="rect">
            <a:avLst/>
          </a:prstGeom>
          <a:solidFill>
            <a:srgbClr val="151923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286000"/>
            <a:ext cx="384048" cy="3840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17320" y="222199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 Baru Muncul Tiap Hari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417320" y="25146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Rata-rata 50+ CVE baru dirilis per hari oleh NVD/NIST. Mana yang berdampak ke server Anda?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40080" y="3108960"/>
            <a:ext cx="7863840" cy="777240"/>
          </a:xfrm>
          <a:prstGeom prst="rect">
            <a:avLst/>
          </a:prstGeom>
          <a:solidFill>
            <a:srgbClr val="151923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246120"/>
            <a:ext cx="384048" cy="38404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17320" y="318211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Butuh Audit Trail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1417320" y="3474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27001, SOC 2, PCI DSS — semua butuh bukti pemantauan dan penanganan kerentanan.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640080" y="4069080"/>
            <a:ext cx="7863840" cy="777240"/>
          </a:xfrm>
          <a:prstGeom prst="rect">
            <a:avLst/>
          </a:prstGeom>
          <a:solidFill>
            <a:srgbClr val="151923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206240"/>
            <a:ext cx="384048" cy="38404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17320" y="41422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Server = Ribuan Package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1417320" y="44348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Linux server bisa punya 1.000+ package. Satu Windows server punya puluhan aplikasi. Semua harus dicek.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640080" y="4572000"/>
            <a:ext cx="7863840" cy="320040"/>
          </a:xfrm>
          <a:prstGeom prst="rect">
            <a:avLst/>
          </a:prstGeom>
          <a:solidFill>
            <a:srgbClr val="151923"/>
          </a:solidFill>
          <a:ln/>
        </p:spPr>
      </p:sp>
      <p:sp>
        <p:nvSpPr>
          <p:cNvPr id="20" name="Text 14"/>
          <p:cNvSpPr/>
          <p:nvPr/>
        </p:nvSpPr>
        <p:spPr>
          <a:xfrm>
            <a:off x="822960" y="457200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 Tanpa sistem VM: rata-rata 206 hari sebelum kerentanan terdeteksi  —  dengan VulnInt: real-time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Cara Kerja VulnInt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828800" cy="2560320"/>
          </a:xfrm>
          <a:prstGeom prst="rect">
            <a:avLst/>
          </a:prstGeom>
          <a:solidFill>
            <a:srgbClr val="151923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371600"/>
            <a:ext cx="18288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508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82880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4231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94360" y="278892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/ Windows agent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package inventory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security audit facts</a:t>
            </a:r>
            <a:endParaRPr lang="en-US" sz="10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4288" y="2423160"/>
            <a:ext cx="256032" cy="2560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606040" y="1371600"/>
            <a:ext cx="1828800" cy="2560320"/>
          </a:xfrm>
          <a:prstGeom prst="rect">
            <a:avLst/>
          </a:prstGeom>
          <a:solidFill>
            <a:srgbClr val="151923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2606040" y="1371600"/>
            <a:ext cx="1828800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2" name="Text 8"/>
          <p:cNvSpPr/>
          <p:nvPr/>
        </p:nvSpPr>
        <p:spPr>
          <a:xfrm>
            <a:off x="2743200" y="1508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182880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697480" y="24231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Kirim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2743200" y="278892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via HTTPS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 API VulnInt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(outbound only)</a:t>
            </a:r>
            <a:endParaRPr lang="en-US" sz="10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3128" y="2423160"/>
            <a:ext cx="256032" cy="256032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4754880" y="1371600"/>
            <a:ext cx="1828800" cy="2560320"/>
          </a:xfrm>
          <a:prstGeom prst="rect">
            <a:avLst/>
          </a:prstGeom>
          <a:solidFill>
            <a:srgbClr val="151923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4754880" y="1371600"/>
            <a:ext cx="18288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3"/>
          <p:cNvSpPr/>
          <p:nvPr/>
        </p:nvSpPr>
        <p:spPr>
          <a:xfrm>
            <a:off x="4892040" y="1508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0680" y="1828800"/>
            <a:ext cx="457200" cy="4572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846320" y="24231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Analisa</a:t>
            </a:r>
            <a:endParaRPr lang="en-US" sz="1600" dirty="0"/>
          </a:p>
        </p:txBody>
      </p:sp>
      <p:sp>
        <p:nvSpPr>
          <p:cNvPr id="22" name="Text 15"/>
          <p:cNvSpPr/>
          <p:nvPr/>
        </p:nvSpPr>
        <p:spPr>
          <a:xfrm>
            <a:off x="4892040" y="278892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engine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cocokkan package dgn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 database global</a:t>
            </a:r>
            <a:endParaRPr lang="en-US" sz="10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1968" y="2423160"/>
            <a:ext cx="256032" cy="256032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6903720" y="1371600"/>
            <a:ext cx="1828800" cy="2560320"/>
          </a:xfrm>
          <a:prstGeom prst="rect">
            <a:avLst/>
          </a:prstGeom>
          <a:solidFill>
            <a:srgbClr val="151923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5" name="Shape 17"/>
          <p:cNvSpPr/>
          <p:nvPr/>
        </p:nvSpPr>
        <p:spPr>
          <a:xfrm>
            <a:off x="6903720" y="1371600"/>
            <a:ext cx="182880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6" name="Text 18"/>
          <p:cNvSpPr/>
          <p:nvPr/>
        </p:nvSpPr>
        <p:spPr>
          <a:xfrm>
            <a:off x="7040880" y="1508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89520" y="1828800"/>
            <a:ext cx="457200" cy="45720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6995160" y="24231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29" name="Text 20"/>
          <p:cNvSpPr/>
          <p:nvPr/>
        </p:nvSpPr>
        <p:spPr>
          <a:xfrm>
            <a:off x="7040880" y="278892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+ alert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web dashboard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PDF report</a:t>
            </a:r>
            <a:endParaRPr lang="en-US" sz="1000" dirty="0"/>
          </a:p>
        </p:txBody>
      </p:sp>
      <p:sp>
        <p:nvSpPr>
          <p:cNvPr id="30" name="Shape 21"/>
          <p:cNvSpPr/>
          <p:nvPr/>
        </p:nvSpPr>
        <p:spPr>
          <a:xfrm>
            <a:off x="457200" y="4206240"/>
            <a:ext cx="8229600" cy="594360"/>
          </a:xfrm>
          <a:prstGeom prst="rect">
            <a:avLst/>
          </a:prstGeom>
          <a:solidFill>
            <a:srgbClr val="151923"/>
          </a:solidFill>
          <a:ln/>
        </p:spPr>
      </p:sp>
      <p:sp>
        <p:nvSpPr>
          <p:cNvPr id="31" name="Text 22"/>
          <p:cNvSpPr/>
          <p:nvPr/>
        </p:nvSpPr>
        <p:spPr>
          <a:xfrm>
            <a:off x="640080" y="420624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CVE Feeds:  NVD  ·  CISA KEV  ·  Ubuntu USN  ·  Debian DSA  ·  Alma/Rocky  ·  MSRC  ·  ExploitDB     |     🔔 Alerts:  Email  ·  Telegram  ·  Discord  ·  Slack  ·  SIEM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Fitur Unggulan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143000"/>
            <a:ext cx="3840480" cy="1371600"/>
          </a:xfrm>
          <a:prstGeom prst="rect">
            <a:avLst/>
          </a:prstGeom>
          <a:solidFill>
            <a:srgbClr val="151923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32588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25880" y="13075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 Correlation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325880" y="16459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Cocokkan package terinstall di server Anda dengan database CVE global (NVD, CISA KEV, vendor advisories)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663440" y="1143000"/>
            <a:ext cx="3840480" cy="1371600"/>
          </a:xfrm>
          <a:prstGeom prst="rect">
            <a:avLst/>
          </a:prstGeom>
          <a:solidFill>
            <a:srgbClr val="151923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325880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349240" y="13075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Audit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5349240" y="16459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Periksa SSH hardening, firewall rules, kernel params, service versions, OS update status, dan banyak lagi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40080" y="2697480"/>
            <a:ext cx="3840480" cy="1371600"/>
          </a:xfrm>
          <a:prstGeom prst="rect">
            <a:avLst/>
          </a:prstGeom>
          <a:solidFill>
            <a:srgbClr val="151923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88036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25880" y="28620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Multi-OS Support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1325880" y="32004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Ubuntu, Debian, AlmaLinux, Rocky, CloudLinux, Windows Server 2016+ — semua dari 1 dashboard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4663440" y="2697480"/>
            <a:ext cx="3840480" cy="1371600"/>
          </a:xfrm>
          <a:prstGeom prst="rect">
            <a:avLst/>
          </a:prstGeom>
          <a:solidFill>
            <a:srgbClr val="151923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880360"/>
            <a:ext cx="365760" cy="3657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349240" y="28620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Otomatis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5349240" y="32004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Notifikasi real-time via Email, Telegram, Discord, Slack, dan SIEM webhook saat kerentanan ditemukan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640080" y="4160520"/>
            <a:ext cx="7863840" cy="731520"/>
          </a:xfrm>
          <a:prstGeom prst="rect">
            <a:avLst/>
          </a:prstGeom>
          <a:solidFill>
            <a:srgbClr val="151923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343400"/>
            <a:ext cx="365760" cy="36576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325880" y="432511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Ringan</a:t>
            </a:r>
            <a:endParaRPr lang="en-US" sz="1500" dirty="0"/>
          </a:p>
        </p:txBody>
      </p:sp>
      <p:sp>
        <p:nvSpPr>
          <p:cNvPr id="22" name="Text 15"/>
          <p:cNvSpPr/>
          <p:nvPr/>
        </p:nvSpPr>
        <p:spPr>
          <a:xfrm>
            <a:off x="1325880" y="4663440"/>
            <a:ext cx="6949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stdlib (Linux) &amp; PowerShell 5.1 (Windows). Tidak perlu install dependency tambahan di server target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Tampilan Dashboard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 informasi keamanan server Anda dalam satu layar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965960" cy="1051560"/>
          </a:xfrm>
          <a:prstGeom prst="rect">
            <a:avLst/>
          </a:prstGeom>
          <a:solidFill>
            <a:srgbClr val="151923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41732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138988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Servers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94360" y="1691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156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94360" y="20574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142 active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606040" y="1280160"/>
            <a:ext cx="1965960" cy="1051560"/>
          </a:xfrm>
          <a:prstGeom prst="rect">
            <a:avLst/>
          </a:prstGeom>
          <a:solidFill>
            <a:srgbClr val="151923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41732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108960" y="138988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Vulns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2743200" y="1691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34</a:t>
            </a:r>
            <a:endParaRPr lang="en-US" sz="2800" dirty="0"/>
          </a:p>
        </p:txBody>
      </p:sp>
      <p:sp>
        <p:nvSpPr>
          <p:cNvPr id="13" name="Text 9"/>
          <p:cNvSpPr/>
          <p:nvPr/>
        </p:nvSpPr>
        <p:spPr>
          <a:xfrm>
            <a:off x="2743200" y="20574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on KEV list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4754880" y="1280160"/>
            <a:ext cx="1965960" cy="1051560"/>
          </a:xfrm>
          <a:prstGeom prst="rect">
            <a:avLst/>
          </a:prstGeom>
          <a:solidFill>
            <a:srgbClr val="151923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41732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257800" y="138988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CVEs in Catalog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4892040" y="1691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12,847</a:t>
            </a:r>
            <a:endParaRPr lang="en-US" sz="2800" dirty="0"/>
          </a:p>
        </p:txBody>
      </p:sp>
      <p:sp>
        <p:nvSpPr>
          <p:cNvPr id="18" name="Text 13"/>
          <p:cNvSpPr/>
          <p:nvPr/>
        </p:nvSpPr>
        <p:spPr>
          <a:xfrm>
            <a:off x="4892040" y="20574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+230 last 30d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6903720" y="1280160"/>
            <a:ext cx="1965960" cy="1051560"/>
          </a:xfrm>
          <a:prstGeom prst="rect">
            <a:avLst/>
          </a:prstGeom>
          <a:solidFill>
            <a:srgbClr val="151923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0" y="141732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406640" y="138988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(30d)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7040880" y="1691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18</a:t>
            </a:r>
            <a:endParaRPr lang="en-US" sz="2800" dirty="0"/>
          </a:p>
        </p:txBody>
      </p:sp>
      <p:sp>
        <p:nvSpPr>
          <p:cNvPr id="23" name="Text 17"/>
          <p:cNvSpPr/>
          <p:nvPr/>
        </p:nvSpPr>
        <p:spPr>
          <a:xfrm>
            <a:off x="7040880" y="20574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pending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457200" y="2514600"/>
            <a:ext cx="5303520" cy="2011680"/>
          </a:xfrm>
          <a:prstGeom prst="rect">
            <a:avLst/>
          </a:prstGeom>
          <a:solidFill>
            <a:srgbClr val="151923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5" name="Text 19"/>
          <p:cNvSpPr/>
          <p:nvPr/>
        </p:nvSpPr>
        <p:spPr>
          <a:xfrm>
            <a:off x="640080" y="26060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Vulnerability Trend — 30 Hari Terakhir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640080" y="2926080"/>
            <a:ext cx="4937760" cy="1371600"/>
          </a:xfrm>
          <a:prstGeom prst="rect">
            <a:avLst/>
          </a:prstGeom>
          <a:solidFill>
            <a:srgbClr val="0B0E13"/>
          </a:solidFill>
          <a:ln/>
        </p:spPr>
      </p:sp>
      <p:sp>
        <p:nvSpPr>
          <p:cNvPr id="27" name="Text 21"/>
          <p:cNvSpPr/>
          <p:nvPr/>
        </p:nvSpPr>
        <p:spPr>
          <a:xfrm>
            <a:off x="640080" y="33832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 — New Vulnerabilities / Day</a:t>
            </a:r>
            <a:endParaRPr lang="en-US" sz="1400" dirty="0"/>
          </a:p>
        </p:txBody>
      </p:sp>
      <p:sp>
        <p:nvSpPr>
          <p:cNvPr id="28" name="Shape 22"/>
          <p:cNvSpPr/>
          <p:nvPr/>
        </p:nvSpPr>
        <p:spPr>
          <a:xfrm>
            <a:off x="5943600" y="2514600"/>
            <a:ext cx="2743200" cy="2011680"/>
          </a:xfrm>
          <a:prstGeom prst="rect">
            <a:avLst/>
          </a:prstGeom>
          <a:solidFill>
            <a:srgbClr val="151923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9" name="Text 23"/>
          <p:cNvSpPr/>
          <p:nvPr/>
        </p:nvSpPr>
        <p:spPr>
          <a:xfrm>
            <a:off x="6126480" y="2606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Security Audit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6126480" y="3017520"/>
            <a:ext cx="2377440" cy="274320"/>
          </a:xfrm>
          <a:prstGeom prst="rect">
            <a:avLst/>
          </a:prstGeom>
          <a:solidFill>
            <a:srgbClr val="0B0E13"/>
          </a:solidFill>
          <a:ln/>
        </p:spPr>
      </p:sp>
      <p:sp>
        <p:nvSpPr>
          <p:cNvPr id="31" name="Shape 25"/>
          <p:cNvSpPr/>
          <p:nvPr/>
        </p:nvSpPr>
        <p:spPr>
          <a:xfrm>
            <a:off x="6126480" y="3017520"/>
            <a:ext cx="36576" cy="2743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2" name="Text 26"/>
          <p:cNvSpPr/>
          <p:nvPr/>
        </p:nvSpPr>
        <p:spPr>
          <a:xfrm>
            <a:off x="6263640" y="3017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7863840" y="3017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6126480" y="3364992"/>
            <a:ext cx="2377440" cy="274320"/>
          </a:xfrm>
          <a:prstGeom prst="rect">
            <a:avLst/>
          </a:prstGeom>
          <a:solidFill>
            <a:srgbClr val="0B0E13"/>
          </a:solidFill>
          <a:ln/>
        </p:spPr>
      </p:sp>
      <p:sp>
        <p:nvSpPr>
          <p:cNvPr id="35" name="Shape 29"/>
          <p:cNvSpPr/>
          <p:nvPr/>
        </p:nvSpPr>
        <p:spPr>
          <a:xfrm>
            <a:off x="6126480" y="3364992"/>
            <a:ext cx="36576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6" name="Text 30"/>
          <p:cNvSpPr/>
          <p:nvPr/>
        </p:nvSpPr>
        <p:spPr>
          <a:xfrm>
            <a:off x="6263640" y="33649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7863840" y="33649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1200" dirty="0"/>
          </a:p>
        </p:txBody>
      </p:sp>
      <p:sp>
        <p:nvSpPr>
          <p:cNvPr id="38" name="Shape 32"/>
          <p:cNvSpPr/>
          <p:nvPr/>
        </p:nvSpPr>
        <p:spPr>
          <a:xfrm>
            <a:off x="6126480" y="3712464"/>
            <a:ext cx="2377440" cy="274320"/>
          </a:xfrm>
          <a:prstGeom prst="rect">
            <a:avLst/>
          </a:prstGeom>
          <a:solidFill>
            <a:srgbClr val="0B0E13"/>
          </a:solidFill>
          <a:ln/>
        </p:spPr>
      </p:sp>
      <p:sp>
        <p:nvSpPr>
          <p:cNvPr id="39" name="Shape 33"/>
          <p:cNvSpPr/>
          <p:nvPr/>
        </p:nvSpPr>
        <p:spPr>
          <a:xfrm>
            <a:off x="6126480" y="3712464"/>
            <a:ext cx="36576" cy="2743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0" name="Text 34"/>
          <p:cNvSpPr/>
          <p:nvPr/>
        </p:nvSpPr>
        <p:spPr>
          <a:xfrm>
            <a:off x="6263640" y="371246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41" name="Text 35"/>
          <p:cNvSpPr/>
          <p:nvPr/>
        </p:nvSpPr>
        <p:spPr>
          <a:xfrm>
            <a:off x="7863840" y="37124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EA5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200" dirty="0"/>
          </a:p>
        </p:txBody>
      </p:sp>
      <p:sp>
        <p:nvSpPr>
          <p:cNvPr id="42" name="Shape 36"/>
          <p:cNvSpPr/>
          <p:nvPr/>
        </p:nvSpPr>
        <p:spPr>
          <a:xfrm>
            <a:off x="6126480" y="4059936"/>
            <a:ext cx="2377440" cy="274320"/>
          </a:xfrm>
          <a:prstGeom prst="rect">
            <a:avLst/>
          </a:prstGeom>
          <a:solidFill>
            <a:srgbClr val="0B0E13"/>
          </a:solidFill>
          <a:ln/>
        </p:spPr>
      </p:sp>
      <p:sp>
        <p:nvSpPr>
          <p:cNvPr id="43" name="Shape 37"/>
          <p:cNvSpPr/>
          <p:nvPr/>
        </p:nvSpPr>
        <p:spPr>
          <a:xfrm>
            <a:off x="6126480" y="4059936"/>
            <a:ext cx="36576" cy="2743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4" name="Text 38"/>
          <p:cNvSpPr/>
          <p:nvPr/>
        </p:nvSpPr>
        <p:spPr>
          <a:xfrm>
            <a:off x="6263640" y="405993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00" dirty="0"/>
          </a:p>
        </p:txBody>
      </p:sp>
      <p:sp>
        <p:nvSpPr>
          <p:cNvPr id="45" name="Text 39"/>
          <p:cNvSpPr/>
          <p:nvPr/>
        </p:nvSpPr>
        <p:spPr>
          <a:xfrm>
            <a:off x="7863840" y="40599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200" dirty="0"/>
          </a:p>
        </p:txBody>
      </p:sp>
      <p:sp>
        <p:nvSpPr>
          <p:cNvPr id="46" name="Shape 40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solidFill>
            <a:srgbClr val="151923"/>
          </a:solidFill>
          <a:ln/>
        </p:spPr>
      </p:sp>
      <p:sp>
        <p:nvSpPr>
          <p:cNvPr id="47" name="Text 41"/>
          <p:cNvSpPr/>
          <p:nvPr/>
        </p:nvSpPr>
        <p:spPr>
          <a:xfrm>
            <a:off x="640080" y="46634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Download laporan audit lengkap dalam format PDF  —  Print-ready  ·  Compliance-friendly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Keuntungan untuk Bisnis Anda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1097280"/>
          </a:xfrm>
          <a:prstGeom prst="rect">
            <a:avLst/>
          </a:prstGeom>
          <a:solidFill>
            <a:srgbClr val="151923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8016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12618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Kurangi Risiko Keamanan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188720" y="1600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Deteksi &amp; prioritas kerentanan sebelum dieksploitasi. Kurangi attack surface server Anda secara sistematis.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663440" y="1097280"/>
            <a:ext cx="3931920" cy="1097280"/>
          </a:xfrm>
          <a:prstGeom prst="rect">
            <a:avLst/>
          </a:prstGeom>
          <a:solidFill>
            <a:srgbClr val="151923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280160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394960" y="12618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Compliance-Ready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5394960" y="1600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lengkap setiap temuan + status penanganan. Siap hadapi audit ISO 27001, SOC 2, PCI DSS.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57200" y="2377440"/>
            <a:ext cx="3931920" cy="1097280"/>
          </a:xfrm>
          <a:prstGeom prst="rect">
            <a:avLst/>
          </a:prstGeom>
          <a:solidFill>
            <a:srgbClr val="151923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56032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88720" y="2542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 Waktu Tim IT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1188720" y="28803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Otomatisasi pengecekan ribuan package &amp; konfigurasi. Tim fokus ke remediasi, bukan pencarian manual.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4663440" y="2377440"/>
            <a:ext cx="3931920" cy="1097280"/>
          </a:xfrm>
          <a:prstGeom prst="rect">
            <a:avLst/>
          </a:prstGeom>
          <a:solidFill>
            <a:srgbClr val="151923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560320"/>
            <a:ext cx="365760" cy="3657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394960" y="2542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Dashboard untuk Semua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5394960" y="28803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Pantau seluruh server Linux &amp; Windows dari 1 web dashboard. Overview, detail, alert, report — semua di 1 tempat.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457200" y="3657600"/>
            <a:ext cx="8229600" cy="822960"/>
          </a:xfrm>
          <a:prstGeom prst="rect">
            <a:avLst/>
          </a:prstGeom>
          <a:solidFill>
            <a:srgbClr val="151923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840480"/>
            <a:ext cx="365760" cy="36576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188720" y="3822192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Outbound-Only</a:t>
            </a:r>
            <a:endParaRPr lang="en-US" sz="1500" dirty="0"/>
          </a:p>
        </p:txBody>
      </p:sp>
      <p:sp>
        <p:nvSpPr>
          <p:cNvPr id="22" name="Text 15"/>
          <p:cNvSpPr/>
          <p:nvPr/>
        </p:nvSpPr>
        <p:spPr>
          <a:xfrm>
            <a:off x="1188720" y="4160520"/>
            <a:ext cx="7223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hanya koneksi keluar via HTTPS. Tidak perlu buka port inbound di server — aman untuk production environment.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371600"/>
            <a:ext cx="4572000" cy="4572000"/>
          </a:xfrm>
          <a:prstGeom prst="ellipse">
            <a:avLst/>
          </a:prstGeom>
          <a:solidFill>
            <a:srgbClr val="3B82F6">
              <a:alpha val="7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4864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1887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Mari Mulai dengan VulnInt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731520" y="2011680"/>
            <a:ext cx="2468880" cy="1554480"/>
          </a:xfrm>
          <a:prstGeom prst="rect">
            <a:avLst/>
          </a:prstGeom>
          <a:solidFill>
            <a:srgbClr val="151923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0220" y="2148840"/>
            <a:ext cx="411480" cy="411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68680" y="2697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5 Menit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868680" y="3017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— 1 perintah, semua service langsung jalan. Postgres, Redis, OpenSearch, API, Frontend — auto-configured.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3429000" y="2011680"/>
            <a:ext cx="2468880" cy="1554480"/>
          </a:xfrm>
          <a:prstGeom prst="rect">
            <a:avLst/>
          </a:prstGeom>
          <a:solidFill>
            <a:srgbClr val="151923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7700" y="2148840"/>
            <a:ext cx="411480" cy="4114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566160" y="2697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Install 1 Baris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3566160" y="3017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 install.sh | bash — Linux. Atau PowerShell untuk Windows. Agent langsung kirim inventory &amp; security audit.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6126480" y="2011680"/>
            <a:ext cx="2468880" cy="1554480"/>
          </a:xfrm>
          <a:prstGeom prst="rect">
            <a:avLst/>
          </a:prstGeom>
          <a:solidFill>
            <a:srgbClr val="151923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5180" y="2148840"/>
            <a:ext cx="411480" cy="4114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263640" y="2697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&amp; Windows</a:t>
            </a:r>
            <a:endParaRPr lang="en-US" sz="1400" dirty="0"/>
          </a:p>
        </p:txBody>
      </p:sp>
      <p:sp>
        <p:nvSpPr>
          <p:cNvPr id="16" name="Text 10"/>
          <p:cNvSpPr/>
          <p:nvPr/>
        </p:nvSpPr>
        <p:spPr>
          <a:xfrm>
            <a:off x="6263640" y="3017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Ubuntu, Debian, AlmaLinux, Rocky, CloudLinux, Windows Server 2016+. Semua terpantau dari 1 dashboard.</a:t>
            </a:r>
            <a:endParaRPr lang="en-US" sz="1000" dirty="0"/>
          </a:p>
        </p:txBody>
      </p:sp>
      <p:sp>
        <p:nvSpPr>
          <p:cNvPr id="17" name="Shape 11"/>
          <p:cNvSpPr/>
          <p:nvPr/>
        </p:nvSpPr>
        <p:spPr>
          <a:xfrm>
            <a:off x="731520" y="3931920"/>
            <a:ext cx="7680960" cy="5486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2"/>
          <p:cNvSpPr/>
          <p:nvPr/>
        </p:nvSpPr>
        <p:spPr>
          <a:xfrm>
            <a:off x="914400" y="39319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Ready  ·  Internal Use  ·  Docker  ·  PostgreSQL  ·  OpenSearch  ·  Celery  ·  Next.js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73152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VulnInt — Vulnerability Intelligence &amp; Management Platform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VulnInt — Vulnerability Intelligence Platform</dc:title>
  <dc:subject>PptxGenJS Presentation</dc:subject>
  <dc:creator>VulnInt</dc:creator>
  <cp:lastModifiedBy>VulnInt</cp:lastModifiedBy>
  <cp:revision>1</cp:revision>
  <dcterms:created xsi:type="dcterms:W3CDTF">2026-07-12T17:51:04Z</dcterms:created>
  <dcterms:modified xsi:type="dcterms:W3CDTF">2026-07-12T17:51:04Z</dcterms:modified>
</cp:coreProperties>
</file>